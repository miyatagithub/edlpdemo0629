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0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A139F-72E2-4BE6-8FD8-D251F09A5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005DB-0335-DC0E-1645-F41D55EF5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524AE-8C8C-4938-FFB3-032D28A8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061-593E-41A3-B864-A845B61E36FD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E64E5-16DF-B99C-F873-A784B5A7B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23709-EC9C-2C91-CB55-E665D61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7B8C5-5F22-4085-9225-AB57E3927F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2020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2230-3E4C-1C75-0BE4-A8475F17B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40100-AAE8-C319-BC53-7BB0158F5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58B3D-57BB-F0DC-B881-679E09D94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061-593E-41A3-B864-A845B61E36FD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A467C-BF48-FD1B-ED70-B30445A62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C7E9E-9B54-996A-62EE-47413713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7B8C5-5F22-4085-9225-AB57E3927F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3270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475C-E6E3-DACE-C4B5-8C120C87F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3A46F-34D5-17D7-5C40-82815E41C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842EB-5AB0-34AC-9C6F-03D433B1E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061-593E-41A3-B864-A845B61E36FD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9B9AB-B77C-089E-E492-6225AD282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D4477-3892-F04D-9CE5-736C80F1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7B8C5-5F22-4085-9225-AB57E3927F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084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7539-C258-D9E0-F0F9-7EFCAF65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6ADE4-7BAE-3B82-4FC0-39A99EB85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D4925-8BAD-1A72-325F-FBD76BE0D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B3A90-F68A-31D7-683A-6DBD6CF1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061-593E-41A3-B864-A845B61E36FD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5953E-20E1-6E16-9B4C-7C457DA53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C23F6-703C-00E5-3C1F-0D2416203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7B8C5-5F22-4085-9225-AB57E3927F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018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DBDD6-65C5-4559-278C-0B2B0D6C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169DB-D65B-C4DB-E819-7693B21B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800B5-9407-E5E6-1B0D-D3477668C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D417ED-FD24-89A1-8A4C-FBD0C5CDB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DF269E-86E0-0BD7-0F9C-3DD26A446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A3EC4-E7B0-E5F7-21A0-5F64FB4CE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061-593E-41A3-B864-A845B61E36FD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E9B6EA-D64E-CD2C-5706-C480D007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9DC850-44EE-24BC-9A63-7965B9A9C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7B8C5-5F22-4085-9225-AB57E3927F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731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83C0-0BFC-B06A-0704-ADEDE7E12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2002FD-0037-B836-51DD-09AC365C3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061-593E-41A3-B864-A845B61E36FD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D691A-7D2B-F337-6996-3FD881A0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B495C-1398-BF9A-1A4B-11589AD1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7B8C5-5F22-4085-9225-AB57E3927F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3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A5F86-091B-2982-7087-28D363BEC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061-593E-41A3-B864-A845B61E36FD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4C9F8-46D0-DB66-070D-0617D3B4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AEB70-764D-66AA-0BEC-BAA88FD2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7B8C5-5F22-4085-9225-AB57E3927F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019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B6AB4-ADA2-9AEB-1240-F79F45F0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41F9F-F0F8-B164-DAE1-6D313848D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10AA1-A599-0152-4733-28A0581B6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EC0E8-FBCD-4C69-FF62-7F1651177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061-593E-41A3-B864-A845B61E36FD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BBEE1-79D1-A836-7CE3-800E455EB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AE767-4D76-BD0F-37B6-0F6A55C4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7B8C5-5F22-4085-9225-AB57E3927F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9956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A976D-4696-ED33-7E1F-05A0DF9D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CB677F-7C35-0188-9963-755EC6804A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24818-C87D-B773-BA6A-252288AAD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883A1-D6A8-3CA4-B081-E9AD7A102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061-593E-41A3-B864-A845B61E36FD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7AA1C-5462-F613-688F-00A7DC10F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EFA15-DB8E-AFBA-BA38-F4A2C5E43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7B8C5-5F22-4085-9225-AB57E3927F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3357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47D06-C243-1B3A-11B7-EB3AA2B8D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1458B4-BEBA-B220-7601-E16CB4030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BF2E9-2502-57BD-E8AD-80413A8C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061-593E-41A3-B864-A845B61E36FD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5E6A3-3EF3-8C42-D8D5-2B49696CE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DED57-2C43-B7CD-4D6A-2E531A0E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7B8C5-5F22-4085-9225-AB57E3927F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76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0C067D-06AC-140E-428F-096A25CFF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34F1C-10B7-9A6A-B98B-3810862C4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3310F-09B5-6005-3B64-D16C4253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9061-593E-41A3-B864-A845B61E36FD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A57A9-CCA0-4FA6-B6FC-C38E8653F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5F1DC-5583-DCC1-7DFF-C40485D0F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7B8C5-5F22-4085-9225-AB57E3927F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84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F5018-1229-E7E3-7C62-1DCDE19A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17425-B253-79B4-B5E7-F802BBD67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BFE1A-9C2B-C32A-A0E8-25F73FCEC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B9061-593E-41A3-B864-A845B61E36FD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3AABE-6564-03ED-B9E4-3ADC90972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4EE2B-56B5-5DAD-9416-6E6778701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7B8C5-5F22-4085-9225-AB57E3927F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515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6B88-A8BE-57D8-CAD2-5FE1091D1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Nolabel0629</a:t>
            </a:r>
            <a:br>
              <a:rPr kumimoji="1" lang="en-US" altLang="ja-JP"/>
            </a:b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563EF-E24E-41E7-8248-EE216B6254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620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Theme</vt:lpstr>
      <vt:lpstr>Nolabel0629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cloud001</dc:creator>
  <cp:lastModifiedBy>cloud001</cp:lastModifiedBy>
  <cp:revision>1</cp:revision>
  <dcterms:created xsi:type="dcterms:W3CDTF">2026-06-29T06:56:49Z</dcterms:created>
  <dcterms:modified xsi:type="dcterms:W3CDTF">2026-06-29T06:57:01Z</dcterms:modified>
</cp:coreProperties>
</file>